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FC231-E53C-4827-9CA9-631166E983D5}" v="696" dt="2025-12-07T20:14:16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1E7614-3DE8-4878-8D01-1D7D340D641A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A28E9E1-B980-4730-BB41-4D28DE1A581A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uk-UA" sz="2400" dirty="0">
              <a:latin typeface="Aptos"/>
            </a:rPr>
            <a:t>Прикладна математика</a:t>
          </a:r>
          <a:endParaRPr lang="en-US" sz="2400" dirty="0">
            <a:latin typeface="Aptos"/>
          </a:endParaRPr>
        </a:p>
      </dgm:t>
    </dgm:pt>
    <dgm:pt modelId="{A05E54D9-D18C-4D94-AE8B-463B1F429B6D}" type="parTrans" cxnId="{73D5BDD9-8B74-4517-BC50-952AE5B6FBCB}">
      <dgm:prSet/>
      <dgm:spPr/>
    </dgm:pt>
    <dgm:pt modelId="{B07B3BEC-524C-49BC-86A1-8B87D5D9F65F}" type="sibTrans" cxnId="{73D5BDD9-8B74-4517-BC50-952AE5B6FBCB}">
      <dgm:prSet/>
      <dgm:spPr/>
    </dgm:pt>
    <dgm:pt modelId="{B8920DB9-A4A0-44FE-88EF-0E5D4B22E6AF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uk-UA" sz="2400" dirty="0">
              <a:latin typeface="Aptos"/>
            </a:rPr>
            <a:t>Інформатика</a:t>
          </a:r>
          <a:endParaRPr lang="en-US" sz="2400" dirty="0">
            <a:latin typeface="Aptos"/>
          </a:endParaRPr>
        </a:p>
      </dgm:t>
    </dgm:pt>
    <dgm:pt modelId="{E8274A2F-0CB0-41A2-B1BD-C08DA5DB5059}" type="parTrans" cxnId="{1AD2CB26-D112-43BB-8BD0-5460CCC7D13E}">
      <dgm:prSet/>
      <dgm:spPr/>
    </dgm:pt>
    <dgm:pt modelId="{4A6E5CD6-AD74-4708-962C-E0AD6B3283A1}" type="sibTrans" cxnId="{1AD2CB26-D112-43BB-8BD0-5460CCC7D13E}">
      <dgm:prSet/>
      <dgm:spPr/>
    </dgm:pt>
    <dgm:pt modelId="{A77B5116-C401-4574-8CA4-946D3D239A56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uk-UA" sz="2400" dirty="0">
              <a:latin typeface="Aptos"/>
            </a:rPr>
            <a:t>Системний аналіз і управління</a:t>
          </a:r>
          <a:endParaRPr lang="en-US" sz="2400" dirty="0">
            <a:latin typeface="Aptos"/>
          </a:endParaRPr>
        </a:p>
      </dgm:t>
    </dgm:pt>
    <dgm:pt modelId="{B42F9579-E57A-4876-BEAF-C58E57329B80}" type="parTrans" cxnId="{53658C29-7874-4A11-AFF3-63F1D41B822B}">
      <dgm:prSet/>
      <dgm:spPr/>
    </dgm:pt>
    <dgm:pt modelId="{002D4D0C-60F9-4BC3-AF56-6FD58E34BFF7}" type="sibTrans" cxnId="{53658C29-7874-4A11-AFF3-63F1D41B822B}">
      <dgm:prSet/>
      <dgm:spPr/>
    </dgm:pt>
    <dgm:pt modelId="{A805F630-D07E-42C0-8836-C4395948073B}">
      <dgm:prSet phldr="0"/>
      <dgm:spPr/>
      <dgm:t>
        <a:bodyPr/>
        <a:lstStyle/>
        <a:p>
          <a:pPr algn="ctr">
            <a:lnSpc>
              <a:spcPct val="90000"/>
            </a:lnSpc>
          </a:pPr>
          <a:r>
            <a:rPr lang="uk-UA" sz="2400" dirty="0">
              <a:latin typeface="Aptos"/>
            </a:rPr>
            <a:t>Економічна кібернетика</a:t>
          </a:r>
          <a:endParaRPr lang="en-US" sz="2400" dirty="0">
            <a:latin typeface="Aptos"/>
          </a:endParaRPr>
        </a:p>
      </dgm:t>
    </dgm:pt>
    <dgm:pt modelId="{34B529D2-C5A5-4C2F-8EE4-274E4EFC3412}" type="parTrans" cxnId="{E5975907-194C-4DC3-BDB0-094E334146B4}">
      <dgm:prSet/>
      <dgm:spPr/>
    </dgm:pt>
    <dgm:pt modelId="{9F93329A-A97A-43E5-A2E5-1B6F828AFD39}" type="sibTrans" cxnId="{E5975907-194C-4DC3-BDB0-094E334146B4}">
      <dgm:prSet/>
      <dgm:spPr/>
    </dgm:pt>
    <dgm:pt modelId="{85B39B76-78D4-4935-BA80-655F3EACCB8C}" type="pres">
      <dgm:prSet presAssocID="{751E7614-3DE8-4878-8D01-1D7D340D641A}" presName="Name0" presStyleCnt="0">
        <dgm:presLayoutVars>
          <dgm:dir/>
          <dgm:resizeHandles val="exact"/>
        </dgm:presLayoutVars>
      </dgm:prSet>
      <dgm:spPr/>
    </dgm:pt>
    <dgm:pt modelId="{0B590B17-FAF2-41EC-BAB1-385CC67EB533}" type="pres">
      <dgm:prSet presAssocID="{6A28E9E1-B980-4730-BB41-4D28DE1A581A}" presName="Name5" presStyleLbl="vennNode1" presStyleIdx="0" presStyleCnt="4">
        <dgm:presLayoutVars>
          <dgm:bulletEnabled val="1"/>
        </dgm:presLayoutVars>
      </dgm:prSet>
      <dgm:spPr/>
    </dgm:pt>
    <dgm:pt modelId="{FBE92D3A-B419-4491-AECB-6F2DA9AB58C3}" type="pres">
      <dgm:prSet presAssocID="{B07B3BEC-524C-49BC-86A1-8B87D5D9F65F}" presName="space" presStyleCnt="0"/>
      <dgm:spPr/>
    </dgm:pt>
    <dgm:pt modelId="{828AB603-7403-43D2-9D14-4330425D4AFE}" type="pres">
      <dgm:prSet presAssocID="{B8920DB9-A4A0-44FE-88EF-0E5D4B22E6AF}" presName="Name5" presStyleLbl="vennNode1" presStyleIdx="1" presStyleCnt="4">
        <dgm:presLayoutVars>
          <dgm:bulletEnabled val="1"/>
        </dgm:presLayoutVars>
      </dgm:prSet>
      <dgm:spPr/>
    </dgm:pt>
    <dgm:pt modelId="{A3FF514D-3726-496C-BB73-DB47DCA0256B}" type="pres">
      <dgm:prSet presAssocID="{4A6E5CD6-AD74-4708-962C-E0AD6B3283A1}" presName="space" presStyleCnt="0"/>
      <dgm:spPr/>
    </dgm:pt>
    <dgm:pt modelId="{32289284-3841-4C96-9ADB-B37B5BB69D61}" type="pres">
      <dgm:prSet presAssocID="{A77B5116-C401-4574-8CA4-946D3D239A56}" presName="Name5" presStyleLbl="vennNode1" presStyleIdx="2" presStyleCnt="4">
        <dgm:presLayoutVars>
          <dgm:bulletEnabled val="1"/>
        </dgm:presLayoutVars>
      </dgm:prSet>
      <dgm:spPr/>
    </dgm:pt>
    <dgm:pt modelId="{AD54D184-A9B2-41F6-9E9C-28B8891DF0CB}" type="pres">
      <dgm:prSet presAssocID="{002D4D0C-60F9-4BC3-AF56-6FD58E34BFF7}" presName="space" presStyleCnt="0"/>
      <dgm:spPr/>
    </dgm:pt>
    <dgm:pt modelId="{DA6732DF-DDC1-42B6-A43A-BF66922C9D45}" type="pres">
      <dgm:prSet presAssocID="{A805F630-D07E-42C0-8836-C4395948073B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E5975907-194C-4DC3-BDB0-094E334146B4}" srcId="{751E7614-3DE8-4878-8D01-1D7D340D641A}" destId="{A805F630-D07E-42C0-8836-C4395948073B}" srcOrd="3" destOrd="0" parTransId="{34B529D2-C5A5-4C2F-8EE4-274E4EFC3412}" sibTransId="{9F93329A-A97A-43E5-A2E5-1B6F828AFD39}"/>
    <dgm:cxn modelId="{D9BFAC0C-C13C-42DF-9EBE-061A8E84C8F4}" type="presOf" srcId="{B8920DB9-A4A0-44FE-88EF-0E5D4B22E6AF}" destId="{828AB603-7403-43D2-9D14-4330425D4AFE}" srcOrd="0" destOrd="0" presId="urn:microsoft.com/office/officeart/2005/8/layout/venn3"/>
    <dgm:cxn modelId="{1AD2CB26-D112-43BB-8BD0-5460CCC7D13E}" srcId="{751E7614-3DE8-4878-8D01-1D7D340D641A}" destId="{B8920DB9-A4A0-44FE-88EF-0E5D4B22E6AF}" srcOrd="1" destOrd="0" parTransId="{E8274A2F-0CB0-41A2-B1BD-C08DA5DB5059}" sibTransId="{4A6E5CD6-AD74-4708-962C-E0AD6B3283A1}"/>
    <dgm:cxn modelId="{53658C29-7874-4A11-AFF3-63F1D41B822B}" srcId="{751E7614-3DE8-4878-8D01-1D7D340D641A}" destId="{A77B5116-C401-4574-8CA4-946D3D239A56}" srcOrd="2" destOrd="0" parTransId="{B42F9579-E57A-4876-BEAF-C58E57329B80}" sibTransId="{002D4D0C-60F9-4BC3-AF56-6FD58E34BFF7}"/>
    <dgm:cxn modelId="{EF7F8240-433B-4A23-9D2B-A89FE828574A}" type="presOf" srcId="{751E7614-3DE8-4878-8D01-1D7D340D641A}" destId="{85B39B76-78D4-4935-BA80-655F3EACCB8C}" srcOrd="0" destOrd="0" presId="urn:microsoft.com/office/officeart/2005/8/layout/venn3"/>
    <dgm:cxn modelId="{BF4CC744-B9AC-434B-90C8-BC6B50AEB5AB}" type="presOf" srcId="{6A28E9E1-B980-4730-BB41-4D28DE1A581A}" destId="{0B590B17-FAF2-41EC-BAB1-385CC67EB533}" srcOrd="0" destOrd="0" presId="urn:microsoft.com/office/officeart/2005/8/layout/venn3"/>
    <dgm:cxn modelId="{4CF6C06C-820B-43C9-999D-BD6BB5745D8D}" type="presOf" srcId="{A805F630-D07E-42C0-8836-C4395948073B}" destId="{DA6732DF-DDC1-42B6-A43A-BF66922C9D45}" srcOrd="0" destOrd="0" presId="urn:microsoft.com/office/officeart/2005/8/layout/venn3"/>
    <dgm:cxn modelId="{63EA5ED4-F0DD-4BB6-A2B5-D99950449A18}" type="presOf" srcId="{A77B5116-C401-4574-8CA4-946D3D239A56}" destId="{32289284-3841-4C96-9ADB-B37B5BB69D61}" srcOrd="0" destOrd="0" presId="urn:microsoft.com/office/officeart/2005/8/layout/venn3"/>
    <dgm:cxn modelId="{73D5BDD9-8B74-4517-BC50-952AE5B6FBCB}" srcId="{751E7614-3DE8-4878-8D01-1D7D340D641A}" destId="{6A28E9E1-B980-4730-BB41-4D28DE1A581A}" srcOrd="0" destOrd="0" parTransId="{A05E54D9-D18C-4D94-AE8B-463B1F429B6D}" sibTransId="{B07B3BEC-524C-49BC-86A1-8B87D5D9F65F}"/>
    <dgm:cxn modelId="{1395F2B9-AC9D-4104-9174-531A80BD2678}" type="presParOf" srcId="{85B39B76-78D4-4935-BA80-655F3EACCB8C}" destId="{0B590B17-FAF2-41EC-BAB1-385CC67EB533}" srcOrd="0" destOrd="0" presId="urn:microsoft.com/office/officeart/2005/8/layout/venn3"/>
    <dgm:cxn modelId="{0D8B941F-4AA9-4B80-8847-55EF9F8230A5}" type="presParOf" srcId="{85B39B76-78D4-4935-BA80-655F3EACCB8C}" destId="{FBE92D3A-B419-4491-AECB-6F2DA9AB58C3}" srcOrd="1" destOrd="0" presId="urn:microsoft.com/office/officeart/2005/8/layout/venn3"/>
    <dgm:cxn modelId="{C29EF717-0173-4E9E-B660-53D647C68E69}" type="presParOf" srcId="{85B39B76-78D4-4935-BA80-655F3EACCB8C}" destId="{828AB603-7403-43D2-9D14-4330425D4AFE}" srcOrd="2" destOrd="0" presId="urn:microsoft.com/office/officeart/2005/8/layout/venn3"/>
    <dgm:cxn modelId="{BF8A4BF6-A6B6-40B9-B4E0-8E533FA19E61}" type="presParOf" srcId="{85B39B76-78D4-4935-BA80-655F3EACCB8C}" destId="{A3FF514D-3726-496C-BB73-DB47DCA0256B}" srcOrd="3" destOrd="0" presId="urn:microsoft.com/office/officeart/2005/8/layout/venn3"/>
    <dgm:cxn modelId="{603372F2-7133-4EB0-9A90-F39755877A18}" type="presParOf" srcId="{85B39B76-78D4-4935-BA80-655F3EACCB8C}" destId="{32289284-3841-4C96-9ADB-B37B5BB69D61}" srcOrd="4" destOrd="0" presId="urn:microsoft.com/office/officeart/2005/8/layout/venn3"/>
    <dgm:cxn modelId="{27093470-5152-42E3-BFA2-722D58199E8E}" type="presParOf" srcId="{85B39B76-78D4-4935-BA80-655F3EACCB8C}" destId="{AD54D184-A9B2-41F6-9E9C-28B8891DF0CB}" srcOrd="5" destOrd="0" presId="urn:microsoft.com/office/officeart/2005/8/layout/venn3"/>
    <dgm:cxn modelId="{1F811CB3-65A9-4C6C-A580-D22091D74358}" type="presParOf" srcId="{85B39B76-78D4-4935-BA80-655F3EACCB8C}" destId="{DA6732DF-DDC1-42B6-A43A-BF66922C9D45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BB7998-2E95-4B0D-9FC0-9DD59AF7D83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C5C6DFA3-D000-4DF6-8575-8BD60C8A8783}">
      <dgm:prSet phldrT="[Текст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uk-UA" sz="18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Деканат</a:t>
          </a:r>
          <a:br>
            <a:rPr lang="uk-UA" sz="1800" dirty="0">
              <a:latin typeface="Aptos" panose="020B0004020202020204"/>
              <a:ea typeface="+mn-ea"/>
              <a:cs typeface="+mn-cs"/>
            </a:rPr>
          </a:br>
          <a:r>
            <a:rPr lang="uk-UA" sz="18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Факультету</a:t>
          </a:r>
        </a:p>
      </dgm:t>
    </dgm:pt>
    <dgm:pt modelId="{345CAEEC-54A7-4EDC-9FD6-BE6767CBBE66}" type="parTrans" cxnId="{0B6F7AE5-C44D-48C0-92B1-84B16A38C809}">
      <dgm:prSet/>
      <dgm:spPr/>
      <dgm:t>
        <a:bodyPr/>
        <a:lstStyle/>
        <a:p>
          <a:endParaRPr lang="uk-UA"/>
        </a:p>
      </dgm:t>
    </dgm:pt>
    <dgm:pt modelId="{4434F43E-BBFB-4786-8AD7-8E7D29070479}" type="sibTrans" cxnId="{0B6F7AE5-C44D-48C0-92B1-84B16A38C809}">
      <dgm:prSet/>
      <dgm:spPr/>
      <dgm:t>
        <a:bodyPr/>
        <a:lstStyle/>
        <a:p>
          <a:endParaRPr lang="uk-UA"/>
        </a:p>
      </dgm:t>
    </dgm:pt>
    <dgm:pt modelId="{E9D4A454-7531-470D-A9CD-86004AAF835D}">
      <dgm:prSet phldrT="[Текст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uk-UA" sz="18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Кафедра</a:t>
          </a:r>
          <a:br>
            <a:rPr lang="uk-UA" sz="18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</a:br>
          <a:r>
            <a:rPr lang="uk-UA" sz="18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Автоматики та інформаційних систем</a:t>
          </a:r>
        </a:p>
      </dgm:t>
    </dgm:pt>
    <dgm:pt modelId="{29B7B9AF-EE24-414B-857A-B17B5AFBAB4B}" type="parTrans" cxnId="{B7DFBF28-AC77-4E8C-99DF-D47E4BA46FF7}">
      <dgm:prSet/>
      <dgm:spPr/>
      <dgm:t>
        <a:bodyPr/>
        <a:lstStyle/>
        <a:p>
          <a:endParaRPr lang="uk-UA"/>
        </a:p>
      </dgm:t>
    </dgm:pt>
    <dgm:pt modelId="{A0F148F1-9A4E-4168-85AA-1C0EFD943AAF}" type="sibTrans" cxnId="{B7DFBF28-AC77-4E8C-99DF-D47E4BA46FF7}">
      <dgm:prSet/>
      <dgm:spPr/>
      <dgm:t>
        <a:bodyPr/>
        <a:lstStyle/>
        <a:p>
          <a:endParaRPr lang="uk-UA"/>
        </a:p>
      </dgm:t>
    </dgm:pt>
    <dgm:pt modelId="{A13049CF-9559-4F79-B82C-C0E3A2D0591B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uk-UA" sz="18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Кафедра</a:t>
          </a:r>
          <a:br>
            <a:rPr lang="uk-UA" sz="18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</a:br>
          <a:r>
            <a:rPr lang="uk-UA" sz="18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Перекладу</a:t>
          </a:r>
        </a:p>
      </dgm:t>
    </dgm:pt>
    <dgm:pt modelId="{3886FC2B-5FE6-46D6-A529-1B1AAFF4BB7D}" type="parTrans" cxnId="{A347E03F-A778-4ACB-BB7F-B9C18CEB32E7}">
      <dgm:prSet/>
      <dgm:spPr/>
    </dgm:pt>
    <dgm:pt modelId="{84A0E1C0-37DB-4DAB-8FE6-7119579FB113}" type="sibTrans" cxnId="{A347E03F-A778-4ACB-BB7F-B9C18CEB32E7}">
      <dgm:prSet/>
      <dgm:spPr/>
    </dgm:pt>
    <dgm:pt modelId="{200A67C1-33FE-48FC-B398-FDC858C2595A}" type="pres">
      <dgm:prSet presAssocID="{0DBB7998-2E95-4B0D-9FC0-9DD59AF7D83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268E02D-22ED-4337-B65E-2919D72F6039}" type="pres">
      <dgm:prSet presAssocID="{C5C6DFA3-D000-4DF6-8575-8BD60C8A8783}" presName="hierRoot1" presStyleCnt="0">
        <dgm:presLayoutVars>
          <dgm:hierBranch val="init"/>
        </dgm:presLayoutVars>
      </dgm:prSet>
      <dgm:spPr/>
    </dgm:pt>
    <dgm:pt modelId="{363FFDE8-0429-4818-A0CD-ADEE9757E5FA}" type="pres">
      <dgm:prSet presAssocID="{C5C6DFA3-D000-4DF6-8575-8BD60C8A8783}" presName="rootComposite1" presStyleCnt="0"/>
      <dgm:spPr/>
    </dgm:pt>
    <dgm:pt modelId="{DED29D08-ADC1-4594-AC50-61EC7099F827}" type="pres">
      <dgm:prSet presAssocID="{C5C6DFA3-D000-4DF6-8575-8BD60C8A8783}" presName="rootText1" presStyleLbl="node0" presStyleIdx="0" presStyleCnt="1">
        <dgm:presLayoutVars>
          <dgm:chPref val="3"/>
        </dgm:presLayoutVars>
      </dgm:prSet>
      <dgm:spPr/>
    </dgm:pt>
    <dgm:pt modelId="{1CCB7794-F740-4B36-9227-1A8652470F07}" type="pres">
      <dgm:prSet presAssocID="{C5C6DFA3-D000-4DF6-8575-8BD60C8A8783}" presName="rootConnector1" presStyleLbl="node1" presStyleIdx="0" presStyleCnt="0"/>
      <dgm:spPr/>
    </dgm:pt>
    <dgm:pt modelId="{ADF70AF3-871E-4AA9-BD06-DEFB065D8C37}" type="pres">
      <dgm:prSet presAssocID="{C5C6DFA3-D000-4DF6-8575-8BD60C8A8783}" presName="hierChild2" presStyleCnt="0"/>
      <dgm:spPr/>
    </dgm:pt>
    <dgm:pt modelId="{5ACEA46F-8753-4439-87BD-33B67A520C7A}" type="pres">
      <dgm:prSet presAssocID="{29B7B9AF-EE24-414B-857A-B17B5AFBAB4B}" presName="Name37" presStyleLbl="parChTrans1D2" presStyleIdx="0" presStyleCnt="2"/>
      <dgm:spPr/>
    </dgm:pt>
    <dgm:pt modelId="{310D89DC-1760-4625-8F4A-4E5926CB195D}" type="pres">
      <dgm:prSet presAssocID="{E9D4A454-7531-470D-A9CD-86004AAF835D}" presName="hierRoot2" presStyleCnt="0">
        <dgm:presLayoutVars>
          <dgm:hierBranch val="init"/>
        </dgm:presLayoutVars>
      </dgm:prSet>
      <dgm:spPr/>
    </dgm:pt>
    <dgm:pt modelId="{E7824082-B7CC-452F-ABBC-81C33259C816}" type="pres">
      <dgm:prSet presAssocID="{E9D4A454-7531-470D-A9CD-86004AAF835D}" presName="rootComposite" presStyleCnt="0"/>
      <dgm:spPr/>
    </dgm:pt>
    <dgm:pt modelId="{A665A636-8A64-47F1-8197-C3C9ED0C8E65}" type="pres">
      <dgm:prSet presAssocID="{E9D4A454-7531-470D-A9CD-86004AAF835D}" presName="rootText" presStyleLbl="node2" presStyleIdx="0" presStyleCnt="2">
        <dgm:presLayoutVars>
          <dgm:chPref val="3"/>
        </dgm:presLayoutVars>
      </dgm:prSet>
      <dgm:spPr/>
    </dgm:pt>
    <dgm:pt modelId="{643A2457-1B2A-4733-BDF1-B41A5C57305C}" type="pres">
      <dgm:prSet presAssocID="{E9D4A454-7531-470D-A9CD-86004AAF835D}" presName="rootConnector" presStyleLbl="node2" presStyleIdx="0" presStyleCnt="2"/>
      <dgm:spPr/>
    </dgm:pt>
    <dgm:pt modelId="{77329199-1916-4E9B-B206-FDE2E36A3E05}" type="pres">
      <dgm:prSet presAssocID="{E9D4A454-7531-470D-A9CD-86004AAF835D}" presName="hierChild4" presStyleCnt="0"/>
      <dgm:spPr/>
    </dgm:pt>
    <dgm:pt modelId="{B978AF56-7F27-42FB-BA13-C1699F7C4183}" type="pres">
      <dgm:prSet presAssocID="{E9D4A454-7531-470D-A9CD-86004AAF835D}" presName="hierChild5" presStyleCnt="0"/>
      <dgm:spPr/>
    </dgm:pt>
    <dgm:pt modelId="{F12000DC-CC30-4E5F-84E5-BD551A1E15C5}" type="pres">
      <dgm:prSet presAssocID="{3886FC2B-5FE6-46D6-A529-1B1AAFF4BB7D}" presName="Name37" presStyleLbl="parChTrans1D2" presStyleIdx="1" presStyleCnt="2"/>
      <dgm:spPr/>
    </dgm:pt>
    <dgm:pt modelId="{C0E43F5E-8B6D-41EE-9A4D-31A1B24640BB}" type="pres">
      <dgm:prSet presAssocID="{A13049CF-9559-4F79-B82C-C0E3A2D0591B}" presName="hierRoot2" presStyleCnt="0">
        <dgm:presLayoutVars>
          <dgm:hierBranch val="init"/>
        </dgm:presLayoutVars>
      </dgm:prSet>
      <dgm:spPr/>
    </dgm:pt>
    <dgm:pt modelId="{FB8CC872-BDD7-46D2-AC92-BC47237D8F07}" type="pres">
      <dgm:prSet presAssocID="{A13049CF-9559-4F79-B82C-C0E3A2D0591B}" presName="rootComposite" presStyleCnt="0"/>
      <dgm:spPr/>
    </dgm:pt>
    <dgm:pt modelId="{CB938581-26B8-44B6-B1FB-EF1632234535}" type="pres">
      <dgm:prSet presAssocID="{A13049CF-9559-4F79-B82C-C0E3A2D0591B}" presName="rootText" presStyleLbl="node2" presStyleIdx="1" presStyleCnt="2">
        <dgm:presLayoutVars>
          <dgm:chPref val="3"/>
        </dgm:presLayoutVars>
      </dgm:prSet>
      <dgm:spPr/>
    </dgm:pt>
    <dgm:pt modelId="{8944BEE0-8FCB-4CED-A534-B3470A28A8BF}" type="pres">
      <dgm:prSet presAssocID="{A13049CF-9559-4F79-B82C-C0E3A2D0591B}" presName="rootConnector" presStyleLbl="node2" presStyleIdx="1" presStyleCnt="2"/>
      <dgm:spPr/>
    </dgm:pt>
    <dgm:pt modelId="{B2F29D44-C892-4C69-A051-0D898D878D13}" type="pres">
      <dgm:prSet presAssocID="{A13049CF-9559-4F79-B82C-C0E3A2D0591B}" presName="hierChild4" presStyleCnt="0"/>
      <dgm:spPr/>
    </dgm:pt>
    <dgm:pt modelId="{D21C88D6-E2A8-4BD5-898F-C28BACFA95FB}" type="pres">
      <dgm:prSet presAssocID="{A13049CF-9559-4F79-B82C-C0E3A2D0591B}" presName="hierChild5" presStyleCnt="0"/>
      <dgm:spPr/>
    </dgm:pt>
    <dgm:pt modelId="{44881F13-8333-472A-BB85-ADF3E382B9D4}" type="pres">
      <dgm:prSet presAssocID="{C5C6DFA3-D000-4DF6-8575-8BD60C8A8783}" presName="hierChild3" presStyleCnt="0"/>
      <dgm:spPr/>
    </dgm:pt>
  </dgm:ptLst>
  <dgm:cxnLst>
    <dgm:cxn modelId="{C045501A-1103-4ACC-984C-01C9BE4245ED}" type="presOf" srcId="{C5C6DFA3-D000-4DF6-8575-8BD60C8A8783}" destId="{1CCB7794-F740-4B36-9227-1A8652470F07}" srcOrd="1" destOrd="0" presId="urn:microsoft.com/office/officeart/2005/8/layout/orgChart1"/>
    <dgm:cxn modelId="{B7DFBF28-AC77-4E8C-99DF-D47E4BA46FF7}" srcId="{C5C6DFA3-D000-4DF6-8575-8BD60C8A8783}" destId="{E9D4A454-7531-470D-A9CD-86004AAF835D}" srcOrd="0" destOrd="0" parTransId="{29B7B9AF-EE24-414B-857A-B17B5AFBAB4B}" sibTransId="{A0F148F1-9A4E-4168-85AA-1C0EFD943AAF}"/>
    <dgm:cxn modelId="{A347E03F-A778-4ACB-BB7F-B9C18CEB32E7}" srcId="{C5C6DFA3-D000-4DF6-8575-8BD60C8A8783}" destId="{A13049CF-9559-4F79-B82C-C0E3A2D0591B}" srcOrd="1" destOrd="0" parTransId="{3886FC2B-5FE6-46D6-A529-1B1AAFF4BB7D}" sibTransId="{84A0E1C0-37DB-4DAB-8FE6-7119579FB113}"/>
    <dgm:cxn modelId="{080A6E95-0C0A-425D-9561-B89A9BED989C}" type="presOf" srcId="{E9D4A454-7531-470D-A9CD-86004AAF835D}" destId="{643A2457-1B2A-4733-BDF1-B41A5C57305C}" srcOrd="1" destOrd="0" presId="urn:microsoft.com/office/officeart/2005/8/layout/orgChart1"/>
    <dgm:cxn modelId="{1DDD7297-7EFA-4726-ACEE-4F1311318003}" type="presOf" srcId="{E9D4A454-7531-470D-A9CD-86004AAF835D}" destId="{A665A636-8A64-47F1-8197-C3C9ED0C8E65}" srcOrd="0" destOrd="0" presId="urn:microsoft.com/office/officeart/2005/8/layout/orgChart1"/>
    <dgm:cxn modelId="{4D9A979A-92BB-4214-97C2-E143749C1819}" type="presOf" srcId="{3886FC2B-5FE6-46D6-A529-1B1AAFF4BB7D}" destId="{F12000DC-CC30-4E5F-84E5-BD551A1E15C5}" srcOrd="0" destOrd="0" presId="urn:microsoft.com/office/officeart/2005/8/layout/orgChart1"/>
    <dgm:cxn modelId="{4175FBA6-8568-47BC-9C2A-C8E84F2165D4}" type="presOf" srcId="{29B7B9AF-EE24-414B-857A-B17B5AFBAB4B}" destId="{5ACEA46F-8753-4439-87BD-33B67A520C7A}" srcOrd="0" destOrd="0" presId="urn:microsoft.com/office/officeart/2005/8/layout/orgChart1"/>
    <dgm:cxn modelId="{0DD39CBF-D11A-4FF1-B304-E50323B98E49}" type="presOf" srcId="{A13049CF-9559-4F79-B82C-C0E3A2D0591B}" destId="{8944BEE0-8FCB-4CED-A534-B3470A28A8BF}" srcOrd="1" destOrd="0" presId="urn:microsoft.com/office/officeart/2005/8/layout/orgChart1"/>
    <dgm:cxn modelId="{99BB42C3-C781-4DB2-BB07-1946475D7809}" type="presOf" srcId="{A13049CF-9559-4F79-B82C-C0E3A2D0591B}" destId="{CB938581-26B8-44B6-B1FB-EF1632234535}" srcOrd="0" destOrd="0" presId="urn:microsoft.com/office/officeart/2005/8/layout/orgChart1"/>
    <dgm:cxn modelId="{E5A560C9-C57F-4031-AD2A-73D8616ECEF6}" type="presOf" srcId="{C5C6DFA3-D000-4DF6-8575-8BD60C8A8783}" destId="{DED29D08-ADC1-4594-AC50-61EC7099F827}" srcOrd="0" destOrd="0" presId="urn:microsoft.com/office/officeart/2005/8/layout/orgChart1"/>
    <dgm:cxn modelId="{0B6F7AE5-C44D-48C0-92B1-84B16A38C809}" srcId="{0DBB7998-2E95-4B0D-9FC0-9DD59AF7D832}" destId="{C5C6DFA3-D000-4DF6-8575-8BD60C8A8783}" srcOrd="0" destOrd="0" parTransId="{345CAEEC-54A7-4EDC-9FD6-BE6767CBBE66}" sibTransId="{4434F43E-BBFB-4786-8AD7-8E7D29070479}"/>
    <dgm:cxn modelId="{B6D34FE8-3346-41E9-8E36-582835D9D0CC}" type="presOf" srcId="{0DBB7998-2E95-4B0D-9FC0-9DD59AF7D832}" destId="{200A67C1-33FE-48FC-B398-FDC858C2595A}" srcOrd="0" destOrd="0" presId="urn:microsoft.com/office/officeart/2005/8/layout/orgChart1"/>
    <dgm:cxn modelId="{07314BDB-0B4C-42A0-920A-4851D5DE33E3}" type="presParOf" srcId="{200A67C1-33FE-48FC-B398-FDC858C2595A}" destId="{1268E02D-22ED-4337-B65E-2919D72F6039}" srcOrd="0" destOrd="0" presId="urn:microsoft.com/office/officeart/2005/8/layout/orgChart1"/>
    <dgm:cxn modelId="{8A98EE79-3D10-4B91-BD1D-6029F3B3C15A}" type="presParOf" srcId="{1268E02D-22ED-4337-B65E-2919D72F6039}" destId="{363FFDE8-0429-4818-A0CD-ADEE9757E5FA}" srcOrd="0" destOrd="0" presId="urn:microsoft.com/office/officeart/2005/8/layout/orgChart1"/>
    <dgm:cxn modelId="{82E66D78-D551-4303-BAA1-47DD7A2B8E1F}" type="presParOf" srcId="{363FFDE8-0429-4818-A0CD-ADEE9757E5FA}" destId="{DED29D08-ADC1-4594-AC50-61EC7099F827}" srcOrd="0" destOrd="0" presId="urn:microsoft.com/office/officeart/2005/8/layout/orgChart1"/>
    <dgm:cxn modelId="{0993F1B6-9CF5-4FC9-B188-AD6C292B3A29}" type="presParOf" srcId="{363FFDE8-0429-4818-A0CD-ADEE9757E5FA}" destId="{1CCB7794-F740-4B36-9227-1A8652470F07}" srcOrd="1" destOrd="0" presId="urn:microsoft.com/office/officeart/2005/8/layout/orgChart1"/>
    <dgm:cxn modelId="{7F2AD847-0BF9-405E-A8BA-BE3EBB88BE98}" type="presParOf" srcId="{1268E02D-22ED-4337-B65E-2919D72F6039}" destId="{ADF70AF3-871E-4AA9-BD06-DEFB065D8C37}" srcOrd="1" destOrd="0" presId="urn:microsoft.com/office/officeart/2005/8/layout/orgChart1"/>
    <dgm:cxn modelId="{2CE39F1D-390D-4040-B9DF-57B8B8A413F2}" type="presParOf" srcId="{ADF70AF3-871E-4AA9-BD06-DEFB065D8C37}" destId="{5ACEA46F-8753-4439-87BD-33B67A520C7A}" srcOrd="0" destOrd="0" presId="urn:microsoft.com/office/officeart/2005/8/layout/orgChart1"/>
    <dgm:cxn modelId="{265F991C-1B51-4D78-9A91-25B3D0B78E97}" type="presParOf" srcId="{ADF70AF3-871E-4AA9-BD06-DEFB065D8C37}" destId="{310D89DC-1760-4625-8F4A-4E5926CB195D}" srcOrd="1" destOrd="0" presId="urn:microsoft.com/office/officeart/2005/8/layout/orgChart1"/>
    <dgm:cxn modelId="{31824ABC-3F86-4938-A9D3-EC06F8930363}" type="presParOf" srcId="{310D89DC-1760-4625-8F4A-4E5926CB195D}" destId="{E7824082-B7CC-452F-ABBC-81C33259C816}" srcOrd="0" destOrd="0" presId="urn:microsoft.com/office/officeart/2005/8/layout/orgChart1"/>
    <dgm:cxn modelId="{CB20624B-20D0-4E60-9473-88200BB83B99}" type="presParOf" srcId="{E7824082-B7CC-452F-ABBC-81C33259C816}" destId="{A665A636-8A64-47F1-8197-C3C9ED0C8E65}" srcOrd="0" destOrd="0" presId="urn:microsoft.com/office/officeart/2005/8/layout/orgChart1"/>
    <dgm:cxn modelId="{FACDCD95-E065-40E9-B97A-8D20FFECA1B7}" type="presParOf" srcId="{E7824082-B7CC-452F-ABBC-81C33259C816}" destId="{643A2457-1B2A-4733-BDF1-B41A5C57305C}" srcOrd="1" destOrd="0" presId="urn:microsoft.com/office/officeart/2005/8/layout/orgChart1"/>
    <dgm:cxn modelId="{00B95059-C06C-47E4-A0BF-D4CBA067995B}" type="presParOf" srcId="{310D89DC-1760-4625-8F4A-4E5926CB195D}" destId="{77329199-1916-4E9B-B206-FDE2E36A3E05}" srcOrd="1" destOrd="0" presId="urn:microsoft.com/office/officeart/2005/8/layout/orgChart1"/>
    <dgm:cxn modelId="{B50AB909-813E-4A24-94BB-361799CC1B5A}" type="presParOf" srcId="{310D89DC-1760-4625-8F4A-4E5926CB195D}" destId="{B978AF56-7F27-42FB-BA13-C1699F7C4183}" srcOrd="2" destOrd="0" presId="urn:microsoft.com/office/officeart/2005/8/layout/orgChart1"/>
    <dgm:cxn modelId="{5BBE1519-5C8D-40A6-BC13-4DEFD4E7CA3E}" type="presParOf" srcId="{ADF70AF3-871E-4AA9-BD06-DEFB065D8C37}" destId="{F12000DC-CC30-4E5F-84E5-BD551A1E15C5}" srcOrd="2" destOrd="0" presId="urn:microsoft.com/office/officeart/2005/8/layout/orgChart1"/>
    <dgm:cxn modelId="{05DBD500-650C-40A4-A906-DF4E78DFEBC7}" type="presParOf" srcId="{ADF70AF3-871E-4AA9-BD06-DEFB065D8C37}" destId="{C0E43F5E-8B6D-41EE-9A4D-31A1B24640BB}" srcOrd="3" destOrd="0" presId="urn:microsoft.com/office/officeart/2005/8/layout/orgChart1"/>
    <dgm:cxn modelId="{5B016B25-A059-47AC-A7A1-DC9BCF2C24FC}" type="presParOf" srcId="{C0E43F5E-8B6D-41EE-9A4D-31A1B24640BB}" destId="{FB8CC872-BDD7-46D2-AC92-BC47237D8F07}" srcOrd="0" destOrd="0" presId="urn:microsoft.com/office/officeart/2005/8/layout/orgChart1"/>
    <dgm:cxn modelId="{0C8418A1-16BF-451D-B4EE-85B9C99FAE0E}" type="presParOf" srcId="{FB8CC872-BDD7-46D2-AC92-BC47237D8F07}" destId="{CB938581-26B8-44B6-B1FB-EF1632234535}" srcOrd="0" destOrd="0" presId="urn:microsoft.com/office/officeart/2005/8/layout/orgChart1"/>
    <dgm:cxn modelId="{2D2F9C82-DB92-4923-8653-14359E18CD62}" type="presParOf" srcId="{FB8CC872-BDD7-46D2-AC92-BC47237D8F07}" destId="{8944BEE0-8FCB-4CED-A534-B3470A28A8BF}" srcOrd="1" destOrd="0" presId="urn:microsoft.com/office/officeart/2005/8/layout/orgChart1"/>
    <dgm:cxn modelId="{0F3BF4F2-DF7B-455F-AA1B-F987434F030F}" type="presParOf" srcId="{C0E43F5E-8B6D-41EE-9A4D-31A1B24640BB}" destId="{B2F29D44-C892-4C69-A051-0D898D878D13}" srcOrd="1" destOrd="0" presId="urn:microsoft.com/office/officeart/2005/8/layout/orgChart1"/>
    <dgm:cxn modelId="{D8B2D097-AE70-4F63-AE06-1F302376025A}" type="presParOf" srcId="{C0E43F5E-8B6D-41EE-9A4D-31A1B24640BB}" destId="{D21C88D6-E2A8-4BD5-898F-C28BACFA95FB}" srcOrd="2" destOrd="0" presId="urn:microsoft.com/office/officeart/2005/8/layout/orgChart1"/>
    <dgm:cxn modelId="{DDCC8F7C-A36F-4709-8514-8F9E14275206}" type="presParOf" srcId="{1268E02D-22ED-4337-B65E-2919D72F6039}" destId="{44881F13-8333-472A-BB85-ADF3E382B9D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760642-46D6-44EF-8E06-B351431F5987}" type="doc">
      <dgm:prSet loTypeId="urn:microsoft.com/office/officeart/2005/8/layout/equation2" loCatId="relationship" qsTypeId="urn:microsoft.com/office/officeart/2005/8/quickstyle/simple1" qsCatId="simple" csTypeId="urn:microsoft.com/office/officeart/2005/8/colors/colorful3" csCatId="colorful" phldr="1"/>
      <dgm:spPr/>
    </dgm:pt>
    <dgm:pt modelId="{A874F4C6-8424-4595-B1F1-ED302BDA8CA7}">
      <dgm:prSet phldrT="[Текст]" phldr="0" custT="1"/>
      <dgm:spPr/>
      <dgm:t>
        <a:bodyPr/>
        <a:lstStyle/>
        <a:p>
          <a:r>
            <a:rPr lang="uk-UA" sz="4800" dirty="0">
              <a:latin typeface="Aptos Display" panose="020F0302020204030204"/>
            </a:rPr>
            <a:t>Філологія</a:t>
          </a:r>
          <a:endParaRPr lang="uk-UA" sz="4800" dirty="0"/>
        </a:p>
      </dgm:t>
    </dgm:pt>
    <dgm:pt modelId="{1DA17608-C5FD-4FC7-A0DD-9BC0A7B59057}" type="parTrans" cxnId="{8FA483DC-9286-442C-A210-C51F0CE4C4C9}">
      <dgm:prSet/>
      <dgm:spPr/>
    </dgm:pt>
    <dgm:pt modelId="{FE7A4D73-2440-4817-ACB4-BA2133837EF9}" type="sibTrans" cxnId="{8FA483DC-9286-442C-A210-C51F0CE4C4C9}">
      <dgm:prSet/>
      <dgm:spPr/>
      <dgm:t>
        <a:bodyPr/>
        <a:lstStyle/>
        <a:p>
          <a:endParaRPr lang="uk-UA"/>
        </a:p>
      </dgm:t>
    </dgm:pt>
    <dgm:pt modelId="{EFF5CF26-35ED-4E62-B509-A4C630D08887}" type="pres">
      <dgm:prSet presAssocID="{0D760642-46D6-44EF-8E06-B351431F5987}" presName="Name0" presStyleCnt="0">
        <dgm:presLayoutVars>
          <dgm:dir/>
          <dgm:resizeHandles val="exact"/>
        </dgm:presLayoutVars>
      </dgm:prSet>
      <dgm:spPr/>
    </dgm:pt>
    <dgm:pt modelId="{C3BA62CC-B838-48C7-AA40-A10B1DAED790}" type="pres">
      <dgm:prSet presAssocID="{0D760642-46D6-44EF-8E06-B351431F5987}" presName="vNodes" presStyleCnt="0"/>
      <dgm:spPr/>
    </dgm:pt>
    <dgm:pt modelId="{06195D53-499E-44E0-82C7-A69D216C349F}" type="pres">
      <dgm:prSet presAssocID="{0D760642-46D6-44EF-8E06-B351431F5987}" presName="lastNode" presStyleLbl="node1" presStyleIdx="0" presStyleCnt="1">
        <dgm:presLayoutVars>
          <dgm:bulletEnabled val="1"/>
        </dgm:presLayoutVars>
      </dgm:prSet>
      <dgm:spPr/>
    </dgm:pt>
  </dgm:ptLst>
  <dgm:cxnLst>
    <dgm:cxn modelId="{3E097065-FEE8-40FC-B5D2-020F432CB7C8}" type="presOf" srcId="{0D760642-46D6-44EF-8E06-B351431F5987}" destId="{EFF5CF26-35ED-4E62-B509-A4C630D08887}" srcOrd="0" destOrd="0" presId="urn:microsoft.com/office/officeart/2005/8/layout/equation2"/>
    <dgm:cxn modelId="{CE1C27AE-C33A-4DA9-8AE8-F9D483CCD1FC}" type="presOf" srcId="{A874F4C6-8424-4595-B1F1-ED302BDA8CA7}" destId="{06195D53-499E-44E0-82C7-A69D216C349F}" srcOrd="0" destOrd="0" presId="urn:microsoft.com/office/officeart/2005/8/layout/equation2"/>
    <dgm:cxn modelId="{8FA483DC-9286-442C-A210-C51F0CE4C4C9}" srcId="{0D760642-46D6-44EF-8E06-B351431F5987}" destId="{A874F4C6-8424-4595-B1F1-ED302BDA8CA7}" srcOrd="0" destOrd="0" parTransId="{1DA17608-C5FD-4FC7-A0DD-9BC0A7B59057}" sibTransId="{FE7A4D73-2440-4817-ACB4-BA2133837EF9}"/>
    <dgm:cxn modelId="{EE5B7515-4403-426F-AB4A-B3A8BF28E969}" type="presParOf" srcId="{EFF5CF26-35ED-4E62-B509-A4C630D08887}" destId="{C3BA62CC-B838-48C7-AA40-A10B1DAED790}" srcOrd="0" destOrd="0" presId="urn:microsoft.com/office/officeart/2005/8/layout/equation2"/>
    <dgm:cxn modelId="{F179603E-498A-45AF-BA82-F665266AC967}" type="presParOf" srcId="{EFF5CF26-35ED-4E62-B509-A4C630D08887}" destId="{06195D53-499E-44E0-82C7-A69D216C349F}" srcOrd="1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90B17-FAF2-41EC-BAB1-385CC67EB533}">
      <dsp:nvSpPr>
        <dsp:cNvPr id="0" name=""/>
        <dsp:cNvSpPr/>
      </dsp:nvSpPr>
      <dsp:spPr>
        <a:xfrm>
          <a:off x="1339" y="1156841"/>
          <a:ext cx="1343917" cy="134391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3960" tIns="12700" rIns="73960" bIns="12700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kern="1200" dirty="0">
              <a:latin typeface="Aptos"/>
            </a:rPr>
            <a:t>Прикладна математика</a:t>
          </a:r>
          <a:endParaRPr lang="en-US" sz="1000" kern="1200" dirty="0">
            <a:latin typeface="Aptos"/>
          </a:endParaRPr>
        </a:p>
      </dsp:txBody>
      <dsp:txXfrm>
        <a:off x="198151" y="1353653"/>
        <a:ext cx="950293" cy="950293"/>
      </dsp:txXfrm>
    </dsp:sp>
    <dsp:sp modelId="{828AB603-7403-43D2-9D14-4330425D4AFE}">
      <dsp:nvSpPr>
        <dsp:cNvPr id="0" name=""/>
        <dsp:cNvSpPr/>
      </dsp:nvSpPr>
      <dsp:spPr>
        <a:xfrm>
          <a:off x="1076473" y="1156841"/>
          <a:ext cx="1343917" cy="134391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3960" tIns="12700" rIns="7396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kern="1200" dirty="0">
              <a:latin typeface="Aptos"/>
            </a:rPr>
            <a:t>Інформатика</a:t>
          </a:r>
          <a:endParaRPr lang="en-US" sz="1000" kern="1200" dirty="0">
            <a:latin typeface="Aptos"/>
          </a:endParaRPr>
        </a:p>
      </dsp:txBody>
      <dsp:txXfrm>
        <a:off x="1273285" y="1353653"/>
        <a:ext cx="950293" cy="950293"/>
      </dsp:txXfrm>
    </dsp:sp>
    <dsp:sp modelId="{32289284-3841-4C96-9ADB-B37B5BB69D61}">
      <dsp:nvSpPr>
        <dsp:cNvPr id="0" name=""/>
        <dsp:cNvSpPr/>
      </dsp:nvSpPr>
      <dsp:spPr>
        <a:xfrm>
          <a:off x="2151608" y="1156841"/>
          <a:ext cx="1343917" cy="134391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3960" tIns="12700" rIns="7396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kern="1200" dirty="0">
              <a:latin typeface="Aptos"/>
            </a:rPr>
            <a:t>Системний аналіз і управління</a:t>
          </a:r>
          <a:endParaRPr lang="en-US" sz="1000" kern="1200" dirty="0">
            <a:latin typeface="Aptos"/>
          </a:endParaRPr>
        </a:p>
      </dsp:txBody>
      <dsp:txXfrm>
        <a:off x="2348420" y="1353653"/>
        <a:ext cx="950293" cy="950293"/>
      </dsp:txXfrm>
    </dsp:sp>
    <dsp:sp modelId="{DA6732DF-DDC1-42B6-A43A-BF66922C9D45}">
      <dsp:nvSpPr>
        <dsp:cNvPr id="0" name=""/>
        <dsp:cNvSpPr/>
      </dsp:nvSpPr>
      <dsp:spPr>
        <a:xfrm>
          <a:off x="3226742" y="1156841"/>
          <a:ext cx="1343917" cy="134391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3960" tIns="12700" rIns="7396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kern="1200" dirty="0">
              <a:latin typeface="Aptos"/>
            </a:rPr>
            <a:t>Економічна кібернетика</a:t>
          </a:r>
          <a:endParaRPr lang="en-US" sz="1000" kern="1200" dirty="0">
            <a:latin typeface="Aptos"/>
          </a:endParaRPr>
        </a:p>
      </dsp:txBody>
      <dsp:txXfrm>
        <a:off x="3423554" y="1353653"/>
        <a:ext cx="950293" cy="9502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2000DC-CC30-4E5F-84E5-BD551A1E15C5}">
      <dsp:nvSpPr>
        <dsp:cNvPr id="0" name=""/>
        <dsp:cNvSpPr/>
      </dsp:nvSpPr>
      <dsp:spPr>
        <a:xfrm>
          <a:off x="5126690" y="1405219"/>
          <a:ext cx="1698106" cy="5894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712"/>
              </a:lnTo>
              <a:lnTo>
                <a:pt x="1698106" y="294712"/>
              </a:lnTo>
              <a:lnTo>
                <a:pt x="1698106" y="58942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CEA46F-8753-4439-87BD-33B67A520C7A}">
      <dsp:nvSpPr>
        <dsp:cNvPr id="0" name=""/>
        <dsp:cNvSpPr/>
      </dsp:nvSpPr>
      <dsp:spPr>
        <a:xfrm>
          <a:off x="3428583" y="1405219"/>
          <a:ext cx="1698106" cy="589425"/>
        </a:xfrm>
        <a:custGeom>
          <a:avLst/>
          <a:gdLst/>
          <a:ahLst/>
          <a:cxnLst/>
          <a:rect l="0" t="0" r="0" b="0"/>
          <a:pathLst>
            <a:path>
              <a:moveTo>
                <a:pt x="1698106" y="0"/>
              </a:moveTo>
              <a:lnTo>
                <a:pt x="1698106" y="294712"/>
              </a:lnTo>
              <a:lnTo>
                <a:pt x="0" y="294712"/>
              </a:lnTo>
              <a:lnTo>
                <a:pt x="0" y="58942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D29D08-ADC1-4594-AC50-61EC7099F827}">
      <dsp:nvSpPr>
        <dsp:cNvPr id="0" name=""/>
        <dsp:cNvSpPr/>
      </dsp:nvSpPr>
      <dsp:spPr>
        <a:xfrm>
          <a:off x="3723296" y="1825"/>
          <a:ext cx="2806787" cy="1403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Деканат</a:t>
          </a:r>
          <a:br>
            <a:rPr lang="uk-UA" sz="2400" kern="1200" dirty="0">
              <a:latin typeface="Aptos" panose="020B0004020202020204"/>
              <a:ea typeface="+mn-ea"/>
              <a:cs typeface="+mn-cs"/>
            </a:rPr>
          </a:br>
          <a:r>
            <a:rPr lang="uk-UA" sz="24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Факультету</a:t>
          </a:r>
        </a:p>
      </dsp:txBody>
      <dsp:txXfrm>
        <a:off x="3723296" y="1825"/>
        <a:ext cx="2806787" cy="1403393"/>
      </dsp:txXfrm>
    </dsp:sp>
    <dsp:sp modelId="{A665A636-8A64-47F1-8197-C3C9ED0C8E65}">
      <dsp:nvSpPr>
        <dsp:cNvPr id="0" name=""/>
        <dsp:cNvSpPr/>
      </dsp:nvSpPr>
      <dsp:spPr>
        <a:xfrm>
          <a:off x="2025189" y="1994644"/>
          <a:ext cx="2806787" cy="1403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Кафедра</a:t>
          </a:r>
          <a:br>
            <a:rPr lang="uk-UA" sz="24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</a:br>
          <a:r>
            <a:rPr lang="uk-UA" sz="24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Автоматики та інформаційних систем</a:t>
          </a:r>
        </a:p>
      </dsp:txBody>
      <dsp:txXfrm>
        <a:off x="2025189" y="1994644"/>
        <a:ext cx="2806787" cy="1403393"/>
      </dsp:txXfrm>
    </dsp:sp>
    <dsp:sp modelId="{CB938581-26B8-44B6-B1FB-EF1632234535}">
      <dsp:nvSpPr>
        <dsp:cNvPr id="0" name=""/>
        <dsp:cNvSpPr/>
      </dsp:nvSpPr>
      <dsp:spPr>
        <a:xfrm>
          <a:off x="5421402" y="1994644"/>
          <a:ext cx="2806787" cy="1403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Кафедра</a:t>
          </a:r>
          <a:br>
            <a:rPr lang="uk-UA" sz="24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</a:br>
          <a:r>
            <a:rPr lang="uk-UA" sz="24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Перекладу</a:t>
          </a:r>
        </a:p>
      </dsp:txBody>
      <dsp:txXfrm>
        <a:off x="5421402" y="1994644"/>
        <a:ext cx="2806787" cy="14033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95D53-499E-44E0-82C7-A69D216C349F}">
      <dsp:nvSpPr>
        <dsp:cNvPr id="0" name=""/>
        <dsp:cNvSpPr/>
      </dsp:nvSpPr>
      <dsp:spPr>
        <a:xfrm>
          <a:off x="192195" y="27"/>
          <a:ext cx="2001165" cy="200116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800" kern="1200" dirty="0">
              <a:latin typeface="Aptos Display" panose="020F0302020204030204"/>
            </a:rPr>
            <a:t>Філологія</a:t>
          </a:r>
          <a:endParaRPr lang="uk-UA" sz="4800" kern="1200" dirty="0"/>
        </a:p>
      </dsp:txBody>
      <dsp:txXfrm>
        <a:off x="485259" y="293091"/>
        <a:ext cx="1415037" cy="1415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30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703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179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308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588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17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360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052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730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887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625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F0B57-8E6A-4005-9EDD-D258F6CC94AB}" type="datetimeFigureOut">
              <a:rPr lang="uk-UA" smtClean="0"/>
              <a:t>07.12.2025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18C70-803E-428A-BAB3-289BE172EF8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0D1F2-0A61-0784-AD46-82760EB194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Факультет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A7482AD-BE17-9BF2-B12A-8D4BCB64D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/>
              <a:t>Створений 2014 року</a:t>
            </a:r>
          </a:p>
        </p:txBody>
      </p:sp>
      <p:pic>
        <p:nvPicPr>
          <p:cNvPr id="4" name="Рисунок 3" descr="Зображення, що містить особа, рука, палець, зап’яст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A87C820C-1217-A66E-70D7-D08F12E21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59" y="269257"/>
            <a:ext cx="3760740" cy="24040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39676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E4518-4B81-4F30-FBB1-A27217FAA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endParaRPr lang="uk-UA" sz="1400" dirty="0">
              <a:latin typeface="Times New Roman"/>
              <a:cs typeface="Times New Roman"/>
            </a:endParaRPr>
          </a:p>
          <a:p>
            <a:r>
              <a:rPr lang="uk-UA"/>
              <a:t>СПЕЦІАЛЬНОСТІ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92FE441-2A87-9697-1322-1921DC963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uk-UA"/>
              <a:t>Прикладна математика</a:t>
            </a:r>
          </a:p>
          <a:p>
            <a:pPr marL="457200" indent="-457200">
              <a:buAutoNum type="arabicPeriod"/>
            </a:pPr>
            <a:r>
              <a:rPr lang="uk-UA"/>
              <a:t>Інформатика</a:t>
            </a:r>
          </a:p>
          <a:p>
            <a:pPr marL="457200" indent="-457200">
              <a:buAutoNum type="arabicPeriod"/>
            </a:pPr>
            <a:r>
              <a:rPr lang="uk-UA" dirty="0"/>
              <a:t>Системний аналіз і управління</a:t>
            </a:r>
          </a:p>
          <a:p>
            <a:pPr marL="457200" indent="-457200">
              <a:buAutoNum type="arabicPeriod"/>
            </a:pPr>
            <a:r>
              <a:rPr lang="uk-UA" dirty="0"/>
              <a:t>Економічна кібернетика</a:t>
            </a:r>
          </a:p>
        </p:txBody>
      </p:sp>
      <p:pic>
        <p:nvPicPr>
          <p:cNvPr id="4" name="Рисунок 3" descr="Зображення, що містить особа, одежа, Обличчя людини, палець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12DF0840-7693-E539-E17D-41B0676B6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997" y="4298829"/>
            <a:ext cx="3296498" cy="2242868"/>
          </a:xfrm>
          <a:prstGeom prst="rect">
            <a:avLst/>
          </a:prstGeom>
        </p:spPr>
      </p:pic>
      <p:graphicFrame>
        <p:nvGraphicFramePr>
          <p:cNvPr id="96" name="Схема 95">
            <a:extLst>
              <a:ext uri="{FF2B5EF4-FFF2-40B4-BE49-F238E27FC236}">
                <a16:creationId xmlns:a16="http://schemas.microsoft.com/office/drawing/2014/main" id="{83F010D6-3C7D-8753-EF04-1F64A8DB39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930853"/>
              </p:ext>
            </p:extLst>
          </p:nvPr>
        </p:nvGraphicFramePr>
        <p:xfrm>
          <a:off x="3804925" y="-231856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5241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94E0C-3F67-72AA-0FD3-BA6D99B7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Чисельність студентів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65780770-852C-B269-BDEB-003526B77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59962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117817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933489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6514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35952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08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Філологія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46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Економіка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71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Менеджмент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054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Лінгвістика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35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98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DEBDE-DB02-960C-9FAB-034A76A74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Організаційна структура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50A419B7-EE8B-6AA4-D6DF-6357DDF2F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254493"/>
              </p:ext>
            </p:extLst>
          </p:nvPr>
        </p:nvGraphicFramePr>
        <p:xfrm>
          <a:off x="974911" y="3432598"/>
          <a:ext cx="10253380" cy="3399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192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1B029-BCFF-1505-9C5C-EE2E600B1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b="1" dirty="0">
                <a:solidFill>
                  <a:srgbClr val="C00000"/>
                </a:solidFill>
              </a:rPr>
              <a:t>ГРУПА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5D1FE05-5EBB-B3D4-478C-A7193BE382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uk-UA" i="1" dirty="0">
                <a:solidFill>
                  <a:srgbClr val="0070C0"/>
                </a:solidFill>
              </a:rPr>
              <a:t>ФАКУЛЬТЕТ</a:t>
            </a:r>
          </a:p>
        </p:txBody>
      </p:sp>
      <p:sp>
        <p:nvSpPr>
          <p:cNvPr id="79" name="Блок-схема: вузол 78">
            <a:extLst>
              <a:ext uri="{FF2B5EF4-FFF2-40B4-BE49-F238E27FC236}">
                <a16:creationId xmlns:a16="http://schemas.microsoft.com/office/drawing/2014/main" id="{07D8E307-EF9D-EB0B-D905-5C4C3083CFC4}"/>
              </a:ext>
            </a:extLst>
          </p:cNvPr>
          <p:cNvSpPr/>
          <p:nvPr/>
        </p:nvSpPr>
        <p:spPr>
          <a:xfrm>
            <a:off x="148197" y="191053"/>
            <a:ext cx="2740269" cy="2784230"/>
          </a:xfrm>
          <a:prstGeom prst="flowChartConnector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69322C5C-AD87-C587-CC56-F3591050C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5645735"/>
              </p:ext>
            </p:extLst>
          </p:nvPr>
        </p:nvGraphicFramePr>
        <p:xfrm>
          <a:off x="330679" y="579408"/>
          <a:ext cx="2385557" cy="2001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317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D5F62-BC5D-FD6F-C866-9331E77E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ЗАГАЛЬНІ ВІДОМОСТІ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A92C64A-FEAC-6BB3-1872-621984DB1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РІК СТВОРЕННЯ 2025</a:t>
            </a:r>
          </a:p>
          <a:p>
            <a:r>
              <a:rPr lang="uk-UA"/>
              <a:t>КІЛЬКІСТЬ СТУДЕНТІВ 23</a:t>
            </a:r>
          </a:p>
          <a:p>
            <a:r>
              <a:rPr lang="uk-UA" dirty="0"/>
              <a:t>СТАРОСТА НАГАЙЧЕНКО ВЕКРОНІКА ВІКТОРІВНА</a:t>
            </a:r>
          </a:p>
          <a:p>
            <a:r>
              <a:rPr lang="uk-UA" dirty="0"/>
              <a:t>ЗАСТУПНИК СТАРОСТИ НАГАЙЧЕНКО ВЕКРОНІКА ВІКТОРІВНА</a:t>
            </a:r>
          </a:p>
        </p:txBody>
      </p:sp>
      <p:pic>
        <p:nvPicPr>
          <p:cNvPr id="4" name="Рисунок 3" descr="Зображення, що містить темрява, феєрверк, просто неба, ніч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0F61A6B7-010B-D600-5EBE-70E30D441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4648"/>
            <a:ext cx="12192003" cy="283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7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3D080-17BF-B37E-3072-B17FF9FC7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Предмети поточного семестру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F0685D1-E02C-8826-6C5C-1C0C2EABF9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/>
              <a:t>АЧРП</a:t>
            </a:r>
          </a:p>
          <a:p>
            <a:r>
              <a:rPr lang="uk-UA"/>
              <a:t>Фонетика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3230EDF-D146-90FF-78DC-7845F19500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Вступ до перекладознавства</a:t>
            </a:r>
          </a:p>
          <a:p>
            <a:r>
              <a:rPr lang="uk-UA" dirty="0"/>
              <a:t>Література</a:t>
            </a:r>
          </a:p>
        </p:txBody>
      </p:sp>
    </p:spTree>
    <p:extLst>
      <p:ext uri="{BB962C8B-B14F-4D97-AF65-F5344CB8AC3E}">
        <p14:creationId xmlns:p14="http://schemas.microsoft.com/office/powerpoint/2010/main" val="407519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89A50-3A13-2854-679D-D09C9C59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СИМВОЛ ГРУППИ</a:t>
            </a:r>
          </a:p>
        </p:txBody>
      </p:sp>
      <p:sp>
        <p:nvSpPr>
          <p:cNvPr id="3" name="Прямокутник: округлені кути 2">
            <a:extLst>
              <a:ext uri="{FF2B5EF4-FFF2-40B4-BE49-F238E27FC236}">
                <a16:creationId xmlns:a16="http://schemas.microsoft.com/office/drawing/2014/main" id="{473BADE1-CC7B-399A-5E91-F00744423EBF}"/>
              </a:ext>
            </a:extLst>
          </p:cNvPr>
          <p:cNvSpPr/>
          <p:nvPr/>
        </p:nvSpPr>
        <p:spPr>
          <a:xfrm>
            <a:off x="4319663" y="2760471"/>
            <a:ext cx="3313813" cy="2250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Рівнобедрений трикутник 3">
            <a:extLst>
              <a:ext uri="{FF2B5EF4-FFF2-40B4-BE49-F238E27FC236}">
                <a16:creationId xmlns:a16="http://schemas.microsoft.com/office/drawing/2014/main" id="{16394354-47C0-9459-C934-28C0C5878573}"/>
              </a:ext>
            </a:extLst>
          </p:cNvPr>
          <p:cNvSpPr/>
          <p:nvPr/>
        </p:nvSpPr>
        <p:spPr>
          <a:xfrm>
            <a:off x="4772172" y="2326932"/>
            <a:ext cx="2410046" cy="2888511"/>
          </a:xfrm>
          <a:prstGeom prst="triangle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’ятикутник 4">
            <a:extLst>
              <a:ext uri="{FF2B5EF4-FFF2-40B4-BE49-F238E27FC236}">
                <a16:creationId xmlns:a16="http://schemas.microsoft.com/office/drawing/2014/main" id="{E2AA7C28-4823-7041-2E41-49B88E39CF9E}"/>
              </a:ext>
            </a:extLst>
          </p:cNvPr>
          <p:cNvSpPr/>
          <p:nvPr/>
        </p:nvSpPr>
        <p:spPr>
          <a:xfrm>
            <a:off x="4547540" y="1821262"/>
            <a:ext cx="2853069" cy="2693581"/>
          </a:xfrm>
          <a:prstGeom prst="pent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3599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увати 6">
            <a:extLst>
              <a:ext uri="{FF2B5EF4-FFF2-40B4-BE49-F238E27FC236}">
                <a16:creationId xmlns:a16="http://schemas.microsoft.com/office/drawing/2014/main" id="{4F1AC301-BE8E-AD58-FBD2-4AA642B5EAC8}"/>
              </a:ext>
            </a:extLst>
          </p:cNvPr>
          <p:cNvGrpSpPr/>
          <p:nvPr/>
        </p:nvGrpSpPr>
        <p:grpSpPr>
          <a:xfrm>
            <a:off x="548101" y="441275"/>
            <a:ext cx="3260651" cy="3917822"/>
            <a:chOff x="548101" y="441275"/>
            <a:chExt cx="3260651" cy="3917822"/>
          </a:xfrm>
        </p:grpSpPr>
        <p:sp>
          <p:nvSpPr>
            <p:cNvPr id="6" name="Сувій: вертикальний 5">
              <a:extLst>
                <a:ext uri="{FF2B5EF4-FFF2-40B4-BE49-F238E27FC236}">
                  <a16:creationId xmlns:a16="http://schemas.microsoft.com/office/drawing/2014/main" id="{24A890A1-801E-0103-AEDD-3D7DAD6BDBDD}"/>
                </a:ext>
              </a:extLst>
            </p:cNvPr>
            <p:cNvSpPr/>
            <p:nvPr/>
          </p:nvSpPr>
          <p:spPr>
            <a:xfrm>
              <a:off x="548600" y="441275"/>
              <a:ext cx="3063973" cy="3917822"/>
            </a:xfrm>
            <a:prstGeom prst="verticalScroll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" name="Стрілка: угору 4">
              <a:extLst>
                <a:ext uri="{FF2B5EF4-FFF2-40B4-BE49-F238E27FC236}">
                  <a16:creationId xmlns:a16="http://schemas.microsoft.com/office/drawing/2014/main" id="{35A60952-6FD9-C029-0BA5-82ED7EF71B01}"/>
                </a:ext>
              </a:extLst>
            </p:cNvPr>
            <p:cNvSpPr/>
            <p:nvPr/>
          </p:nvSpPr>
          <p:spPr>
            <a:xfrm>
              <a:off x="1925841" y="814913"/>
              <a:ext cx="567069" cy="3172046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" name="Шестикутник 1">
              <a:extLst>
                <a:ext uri="{FF2B5EF4-FFF2-40B4-BE49-F238E27FC236}">
                  <a16:creationId xmlns:a16="http://schemas.microsoft.com/office/drawing/2014/main" id="{5C7D97FC-55A5-8D28-C5EF-2C111DE4ECB8}"/>
                </a:ext>
              </a:extLst>
            </p:cNvPr>
            <p:cNvSpPr/>
            <p:nvPr/>
          </p:nvSpPr>
          <p:spPr>
            <a:xfrm>
              <a:off x="548101" y="1054770"/>
              <a:ext cx="3260651" cy="2675860"/>
            </a:xfrm>
            <a:prstGeom prst="hex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uk-UA" sz="4800" dirty="0">
                  <a:solidFill>
                    <a:schemeClr val="bg1"/>
                  </a:solidFill>
                </a:rPr>
                <a:t>Філологія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29631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Широкий екран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0" baseType="lpstr">
      <vt:lpstr>Тема Office</vt:lpstr>
      <vt:lpstr>Факультет</vt:lpstr>
      <vt:lpstr> СПЕЦІАЛЬНОСТІ</vt:lpstr>
      <vt:lpstr>Чисельність студентів</vt:lpstr>
      <vt:lpstr>Організаційна структура</vt:lpstr>
      <vt:lpstr>ГРУПА</vt:lpstr>
      <vt:lpstr>ЗАГАЛЬНІ ВІДОМОСТІ</vt:lpstr>
      <vt:lpstr>Предмети поточного семестру</vt:lpstr>
      <vt:lpstr>СИМВОЛ ГРУППИ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229</cp:revision>
  <dcterms:created xsi:type="dcterms:W3CDTF">2025-12-07T17:41:06Z</dcterms:created>
  <dcterms:modified xsi:type="dcterms:W3CDTF">2025-12-07T20:17:46Z</dcterms:modified>
</cp:coreProperties>
</file>